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第一段引入。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要点1：这是第1条说明文字，用于测试拆页逻辑。</a:t>
            </a:r>
          </a:p>
          <a:p>
            <a:r>
              <a:t>要点2：这是第2条说明文字，用于测试拆页逻辑。</a:t>
            </a:r>
          </a:p>
          <a:p>
            <a:r>
              <a:t>要点3：这是第3条说明文字，用于测试拆页逻辑。</a:t>
            </a:r>
          </a:p>
          <a:p>
            <a:r>
              <a:t>要点4：这是第4条说明文字，用于测试拆页逻辑。</a:t>
            </a:r>
          </a:p>
          <a:p>
            <a:r>
              <a:t>要点5：这是第5条说明文字，用于测试拆页逻辑。</a:t>
            </a:r>
          </a:p>
          <a:p>
            <a:r>
              <a:t>要点6：这是第6条说明文字，用于测试拆页逻辑。</a:t>
            </a:r>
          </a:p>
          <a:p>
            <a:r>
              <a:t>要点7：这是第7条说明文字，用于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A44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743200"/>
            <a:ext cx="10545775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4680" b="1" i="0">
                <a:solidFill>
                  <a:srgbClr val="2B2723"/>
                </a:solidFill>
                <a:latin typeface="Georgia"/>
                <a:ea typeface="KaiTi"/>
              </a:rPr>
              <a:t>测试主题：知识体系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389120"/>
            <a:ext cx="1054577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160" b="0" i="0">
                <a:solidFill>
                  <a:srgbClr val="6B645C"/>
                </a:solidFill>
                <a:latin typeface="Segoe UI"/>
                <a:ea typeface="Microsoft YaHei"/>
              </a:rPr>
              <a:t>A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5943600"/>
            <a:ext cx="1463040" cy="54864"/>
          </a:xfrm>
          <a:prstGeom prst="rect">
            <a:avLst/>
          </a:prstGeom>
          <a:solidFill>
            <a:srgbClr val="A44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80" b="1" i="0">
                <a:solidFill>
                  <a:srgbClr val="2B2723"/>
                </a:solidFill>
                <a:latin typeface="Georgia"/>
                <a:ea typeface="KaiTi"/>
              </a:rPr>
              <a:t>引言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234440"/>
            <a:ext cx="1097280" cy="45720"/>
          </a:xfrm>
          <a:prstGeom prst="rect">
            <a:avLst/>
          </a:prstGeom>
          <a:solidFill>
            <a:srgbClr val="A44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545775" cy="4480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457200" indent="-201168">
              <a:lnSpc>
                <a:spcPct val="112000"/>
              </a:lnSpc>
              <a:spcAft>
                <a:spcPts val="400"/>
              </a:spcAft>
            </a:pPr>
            <a:r>
              <a:rPr sz="1800" b="0" i="0">
                <a:solidFill>
                  <a:srgbClr val="6B645C"/>
                </a:solidFill>
                <a:latin typeface="Segoe UI"/>
                <a:ea typeface="Microsoft YaHei"/>
              </a:rPr>
              <a:t>— 第一段引入。</a:t>
            </a:r>
          </a:p>
          <a:p>
            <a:pPr algn="l" marL="457200" indent="-201168">
              <a:lnSpc>
                <a:spcPct val="112000"/>
              </a:lnSpc>
              <a:spcAft>
                <a:spcPts val="400"/>
              </a:spcAft>
            </a:pPr>
            <a:r>
              <a:rPr sz="1800" b="0" i="0">
                <a:solidFill>
                  <a:srgbClr val="6B645C"/>
                </a:solidFill>
                <a:latin typeface="Segoe UI"/>
                <a:ea typeface="Microsoft YaHei"/>
              </a:rPr>
              <a:t>— 第二段补充。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80" b="1" i="0">
                <a:solidFill>
                  <a:srgbClr val="2B2723"/>
                </a:solidFill>
                <a:latin typeface="Georgia"/>
                <a:ea typeface="KaiTi"/>
              </a:rPr>
              <a:t>正文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234440"/>
            <a:ext cx="1097280" cy="45720"/>
          </a:xfrm>
          <a:prstGeom prst="rect">
            <a:avLst/>
          </a:prstGeom>
          <a:solidFill>
            <a:srgbClr val="A44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545775" cy="4480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201168" indent="-201168">
              <a:lnSpc>
                <a:spcPct val="112000"/>
              </a:lnSpc>
              <a:spcAft>
                <a:spcPts val="1000"/>
              </a:spcAft>
            </a:pPr>
            <a:r>
              <a:rPr sz="1900" b="1" i="0">
                <a:solidFill>
                  <a:srgbClr val="2B2723"/>
                </a:solidFill>
                <a:latin typeface="Segoe UI"/>
                <a:ea typeface="Microsoft YaHei"/>
              </a:rPr>
              <a:t>• 要点 1：这是第 1 条说明文字，用于测试拆页逻辑。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1828800"/>
            <a:ext cx="91440" cy="2331720"/>
          </a:xfrm>
          <a:prstGeom prst="rect">
            <a:avLst/>
          </a:prstGeom>
          <a:solidFill>
            <a:srgbClr val="A44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" y="2057400"/>
            <a:ext cx="10225735" cy="2468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3600" b="1" i="0">
                <a:solidFill>
                  <a:srgbClr val="2B2723"/>
                </a:solidFill>
                <a:latin typeface="Georgia"/>
                <a:ea typeface="KaiTi"/>
              </a:rPr>
              <a:t>金句引用测试，长度在八到一百二十之间。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4663440"/>
            <a:ext cx="1054577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6B645C"/>
                </a:solidFill>
                <a:latin typeface="Segoe UI"/>
                <a:ea typeface="Microsoft YaHei"/>
              </a:rPr>
              <a:t>— 行动建议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A44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212848"/>
            <a:ext cx="91440" cy="1554480"/>
          </a:xfrm>
          <a:prstGeom prst="rect">
            <a:avLst/>
          </a:prstGeom>
          <a:solidFill>
            <a:srgbClr val="A44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2468879"/>
            <a:ext cx="9905695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1400" b="1" i="0">
                <a:solidFill>
                  <a:srgbClr val="A4443B"/>
                </a:solidFill>
                <a:latin typeface="Segoe UI"/>
                <a:ea typeface="Microsoft YaHei"/>
              </a:rPr>
              <a:t>核心结论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880" b="1" i="0">
                <a:solidFill>
                  <a:srgbClr val="2B2723"/>
                </a:solidFill>
                <a:latin typeface="Georgia"/>
                <a:ea typeface="KaiTi"/>
              </a:rPr>
              <a:t>要点 1：这是第 1 条说明文字，用于测试拆页逻辑。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